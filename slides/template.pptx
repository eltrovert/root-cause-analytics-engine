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Chivo Mono Medium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Chivo Mono SemiBold"/>
      <p:regular r:id="rId32"/>
      <p:bold r:id="rId33"/>
      <p:italic r:id="rId34"/>
      <p:boldItalic r:id="rId35"/>
    </p:embeddedFont>
    <p:embeddedFont>
      <p:font typeface="Chivo Mon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ChivoMonoMedium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hivoMonoMedium-italic.fntdata"/><Relationship Id="rId25" Type="http://schemas.openxmlformats.org/officeDocument/2006/relationships/font" Target="fonts/ChivoMonoMedium-bold.fntdata"/><Relationship Id="rId28" Type="http://schemas.openxmlformats.org/officeDocument/2006/relationships/font" Target="fonts/Inter-regular.fntdata"/><Relationship Id="rId27" Type="http://schemas.openxmlformats.org/officeDocument/2006/relationships/font" Target="fonts/ChivoMono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6.xml"/><Relationship Id="rId33" Type="http://schemas.openxmlformats.org/officeDocument/2006/relationships/font" Target="fonts/ChivoMonoSemiBold-bold.fntdata"/><Relationship Id="rId10" Type="http://schemas.openxmlformats.org/officeDocument/2006/relationships/slide" Target="slides/slide5.xml"/><Relationship Id="rId32" Type="http://schemas.openxmlformats.org/officeDocument/2006/relationships/font" Target="fonts/ChivoMonoSemiBold-regular.fntdata"/><Relationship Id="rId13" Type="http://schemas.openxmlformats.org/officeDocument/2006/relationships/slide" Target="slides/slide8.xml"/><Relationship Id="rId35" Type="http://schemas.openxmlformats.org/officeDocument/2006/relationships/font" Target="fonts/ChivoMonoSemiBold-boldItalic.fntdata"/><Relationship Id="rId12" Type="http://schemas.openxmlformats.org/officeDocument/2006/relationships/slide" Target="slides/slide7.xml"/><Relationship Id="rId34" Type="http://schemas.openxmlformats.org/officeDocument/2006/relationships/font" Target="fonts/ChivoMonoSemiBold-italic.fntdata"/><Relationship Id="rId15" Type="http://schemas.openxmlformats.org/officeDocument/2006/relationships/slide" Target="slides/slide10.xml"/><Relationship Id="rId37" Type="http://schemas.openxmlformats.org/officeDocument/2006/relationships/font" Target="fonts/ChivoMono-bold.fntdata"/><Relationship Id="rId14" Type="http://schemas.openxmlformats.org/officeDocument/2006/relationships/slide" Target="slides/slide9.xml"/><Relationship Id="rId36" Type="http://schemas.openxmlformats.org/officeDocument/2006/relationships/font" Target="fonts/ChivoMono-regular.fntdata"/><Relationship Id="rId17" Type="http://schemas.openxmlformats.org/officeDocument/2006/relationships/slide" Target="slides/slide12.xml"/><Relationship Id="rId39" Type="http://schemas.openxmlformats.org/officeDocument/2006/relationships/font" Target="fonts/ChivoMono-boldItalic.fntdata"/><Relationship Id="rId16" Type="http://schemas.openxmlformats.org/officeDocument/2006/relationships/slide" Target="slides/slide11.xml"/><Relationship Id="rId38" Type="http://schemas.openxmlformats.org/officeDocument/2006/relationships/font" Target="fonts/ChivoMon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251dd000a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251dd000a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1880c6d4145e42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1880c6d4145e42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1880c6d4145e425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h1880c6d4145e42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1880c6d4145e425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h1880c6d4145e42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1880c6d4145e42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h1880c6d4145e42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1880c6d4145e425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h1880c6d4145e425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1880c6d4145e425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h1880c6d4145e42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1880c6d4145e425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h1880c6d4145e425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1880c6d4145e425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h1880c6d4145e42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1880c6d4145e42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h1880c6d4145e42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1880c6d4145e42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h1880c6d4145e42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h1880c6d4145e425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h1880c6d4145e425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h1880c6d4145e425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h1880c6d4145e42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1880c6d4145e425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h1880c6d4145e42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1880c6d4145e425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h1880c6d4145e425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h1880c6d4145e425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h1880c6d4145e425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h1880c6d4145e425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h1880c6d4145e425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h1880c6d4145e425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h1880c6d4145e425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ingle - Light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74900" y="756425"/>
            <a:ext cx="6178500" cy="22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974725" y="3286750"/>
            <a:ext cx="2413200" cy="12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hivo Mono Medium"/>
              <a:buNone/>
              <a:defRPr>
                <a:latin typeface="Chivo Mono Medium"/>
                <a:ea typeface="Chivo Mono Medium"/>
                <a:cs typeface="Chivo Mono Medium"/>
                <a:sym typeface="Chivo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/>
          <p:nvPr>
            <p:ph idx="2" type="pic"/>
          </p:nvPr>
        </p:nvSpPr>
        <p:spPr>
          <a:xfrm>
            <a:off x="374900" y="3159575"/>
            <a:ext cx="1367400" cy="1367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114300" rotWithShape="0" algn="bl" dir="5400000" dist="76200">
              <a:srgbClr val="000000">
                <a:alpha val="8000"/>
              </a:srgbClr>
            </a:outerShdw>
          </a:effectLst>
        </p:spPr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ingle - Dark">
  <p:cSld name="TITLE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ctrTitle"/>
          </p:nvPr>
        </p:nvSpPr>
        <p:spPr>
          <a:xfrm>
            <a:off x="374900" y="756425"/>
            <a:ext cx="6178500" cy="22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1974725" y="3286750"/>
            <a:ext cx="2413200" cy="12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hivo Mono Medium"/>
              <a:buNone/>
              <a:defRPr>
                <a:solidFill>
                  <a:schemeClr val="lt1"/>
                </a:solidFill>
                <a:latin typeface="Chivo Mono Medium"/>
                <a:ea typeface="Chivo Mono Medium"/>
                <a:cs typeface="Chivo Mono Medium"/>
                <a:sym typeface="Chivo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3"/>
          <p:cNvSpPr/>
          <p:nvPr>
            <p:ph idx="2" type="pic"/>
          </p:nvPr>
        </p:nvSpPr>
        <p:spPr>
          <a:xfrm>
            <a:off x="374900" y="3159575"/>
            <a:ext cx="1367400" cy="1367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114300" rotWithShape="0" algn="bl" dir="5400000" dist="76200">
              <a:srgbClr val="000000">
                <a:alpha val="8000"/>
              </a:srgbClr>
            </a:outerShdw>
          </a:effectLst>
        </p:spPr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Double - Light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ctrTitle"/>
          </p:nvPr>
        </p:nvSpPr>
        <p:spPr>
          <a:xfrm>
            <a:off x="374900" y="756425"/>
            <a:ext cx="6178500" cy="22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1974725" y="3286750"/>
            <a:ext cx="2413200" cy="12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hivo Mono Medium"/>
              <a:buNone/>
              <a:defRPr>
                <a:latin typeface="Chivo Mono Medium"/>
                <a:ea typeface="Chivo Mono Medium"/>
                <a:cs typeface="Chivo Mono Medium"/>
                <a:sym typeface="Chivo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/>
          <p:nvPr>
            <p:ph idx="2" type="pic"/>
          </p:nvPr>
        </p:nvSpPr>
        <p:spPr>
          <a:xfrm>
            <a:off x="374900" y="3159575"/>
            <a:ext cx="1367400" cy="1367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114300" rotWithShape="0" algn="bl" dir="5400000" dist="76200">
              <a:srgbClr val="000000">
                <a:alpha val="8000"/>
              </a:srgbClr>
            </a:outerShdw>
          </a:effectLst>
        </p:spPr>
      </p:sp>
      <p:sp>
        <p:nvSpPr>
          <p:cNvPr id="24" name="Google Shape;24;p4"/>
          <p:cNvSpPr txBox="1"/>
          <p:nvPr>
            <p:ph idx="3" type="subTitle"/>
          </p:nvPr>
        </p:nvSpPr>
        <p:spPr>
          <a:xfrm>
            <a:off x="5995325" y="3286750"/>
            <a:ext cx="2413200" cy="12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hivo Mono Medium"/>
              <a:buNone/>
              <a:defRPr>
                <a:latin typeface="Chivo Mono Medium"/>
                <a:ea typeface="Chivo Mono Medium"/>
                <a:cs typeface="Chivo Mono Medium"/>
                <a:sym typeface="Chivo Mo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/>
          <p:nvPr>
            <p:ph idx="4" type="pic"/>
          </p:nvPr>
        </p:nvSpPr>
        <p:spPr>
          <a:xfrm>
            <a:off x="4395500" y="3159575"/>
            <a:ext cx="1367400" cy="1367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114300" rotWithShape="0" algn="bl" dir="5400000" dist="76200">
              <a:srgbClr val="000000">
                <a:alpha val="8000"/>
              </a:srgbClr>
            </a:outerShdw>
          </a:effectLst>
        </p:spPr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Duo - Dark">
  <p:cSld name="TITLE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 txBox="1"/>
          <p:nvPr>
            <p:ph type="ctrTitle"/>
          </p:nvPr>
        </p:nvSpPr>
        <p:spPr>
          <a:xfrm>
            <a:off x="374900" y="756425"/>
            <a:ext cx="6178500" cy="22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subTitle"/>
          </p:nvPr>
        </p:nvSpPr>
        <p:spPr>
          <a:xfrm>
            <a:off x="1974725" y="3286750"/>
            <a:ext cx="2413200" cy="12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hivo Mono Medium"/>
              <a:buNone/>
              <a:defRPr>
                <a:solidFill>
                  <a:schemeClr val="lt1"/>
                </a:solidFill>
                <a:latin typeface="Chivo Mono Medium"/>
                <a:ea typeface="Chivo Mono Medium"/>
                <a:cs typeface="Chivo Mono Medium"/>
                <a:sym typeface="Chivo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5"/>
          <p:cNvSpPr/>
          <p:nvPr>
            <p:ph idx="2" type="pic"/>
          </p:nvPr>
        </p:nvSpPr>
        <p:spPr>
          <a:xfrm>
            <a:off x="374900" y="3159575"/>
            <a:ext cx="1367400" cy="1367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114300" rotWithShape="0" algn="bl" dir="5400000" dist="76200">
              <a:srgbClr val="000000">
                <a:alpha val="8000"/>
              </a:srgbClr>
            </a:outerShdw>
          </a:effectLst>
        </p:spPr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5995325" y="3286750"/>
            <a:ext cx="2413200" cy="12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hivo Mono Medium"/>
              <a:buNone/>
              <a:defRPr>
                <a:solidFill>
                  <a:schemeClr val="lt1"/>
                </a:solidFill>
                <a:latin typeface="Chivo Mono Medium"/>
                <a:ea typeface="Chivo Mono Medium"/>
                <a:cs typeface="Chivo Mono Medium"/>
                <a:sym typeface="Chivo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5"/>
          <p:cNvSpPr/>
          <p:nvPr>
            <p:ph idx="4" type="pic"/>
          </p:nvPr>
        </p:nvSpPr>
        <p:spPr>
          <a:xfrm>
            <a:off x="4395500" y="3159575"/>
            <a:ext cx="1367400" cy="1367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114300" rotWithShape="0" algn="bl" dir="5400000" dist="76200">
              <a:srgbClr val="000000">
                <a:alpha val="8000"/>
              </a:srgbClr>
            </a:outerShdw>
          </a:effectLst>
        </p:spPr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Only - Light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ctrTitle"/>
          </p:nvPr>
        </p:nvSpPr>
        <p:spPr>
          <a:xfrm>
            <a:off x="374900" y="892100"/>
            <a:ext cx="6006900" cy="24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6"/>
          <p:cNvSpPr txBox="1"/>
          <p:nvPr/>
        </p:nvSpPr>
        <p:spPr>
          <a:xfrm>
            <a:off x="210294" y="4663450"/>
            <a:ext cx="838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hivo Mono Medium"/>
                <a:ea typeface="Chivo Mono Medium"/>
                <a:cs typeface="Chivo Mono Medium"/>
                <a:sym typeface="Chivo Mono Medium"/>
              </a:rPr>
              <a:t>KUBERNETES COMMUNITY DAYS INDONESIA 2026</a:t>
            </a:r>
            <a:endParaRPr sz="1200">
              <a:solidFill>
                <a:schemeClr val="dk2"/>
              </a:solidFill>
              <a:latin typeface="Chivo Mono Medium"/>
              <a:ea typeface="Chivo Mono Medium"/>
              <a:cs typeface="Chivo Mono Medium"/>
              <a:sym typeface="Chivo Mono Medium"/>
            </a:endParaRPr>
          </a:p>
        </p:txBody>
      </p:sp>
      <p:sp>
        <p:nvSpPr>
          <p:cNvPr id="37" name="Google Shape;37;p6"/>
          <p:cNvSpPr txBox="1"/>
          <p:nvPr>
            <p:ph idx="1" type="subTitle"/>
          </p:nvPr>
        </p:nvSpPr>
        <p:spPr>
          <a:xfrm>
            <a:off x="374900" y="3388250"/>
            <a:ext cx="60069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Only - Dark">
  <p:cSld name="TITLE_3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7"/>
          <p:cNvSpPr txBox="1"/>
          <p:nvPr>
            <p:ph type="ctrTitle"/>
          </p:nvPr>
        </p:nvSpPr>
        <p:spPr>
          <a:xfrm>
            <a:off x="374900" y="892100"/>
            <a:ext cx="6006900" cy="24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374900" y="3388250"/>
            <a:ext cx="60069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with 1 Image - 1">
  <p:cSld name="TITLE_1_1_1_1_3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/>
          <p:nvPr>
            <p:ph idx="2" type="pic"/>
          </p:nvPr>
        </p:nvSpPr>
        <p:spPr>
          <a:xfrm>
            <a:off x="4407400" y="785975"/>
            <a:ext cx="4261200" cy="3681600"/>
          </a:xfrm>
          <a:prstGeom prst="roundRect">
            <a:avLst>
              <a:gd fmla="val 4395" name="adj"/>
            </a:avLst>
          </a:prstGeom>
          <a:noFill/>
          <a:ln>
            <a:noFill/>
          </a:ln>
        </p:spPr>
      </p:sp>
      <p:pic>
        <p:nvPicPr>
          <p:cNvPr id="44" name="Google Shape;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0" y="47365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8"/>
          <p:cNvSpPr txBox="1"/>
          <p:nvPr/>
        </p:nvSpPr>
        <p:spPr>
          <a:xfrm>
            <a:off x="210294" y="4663450"/>
            <a:ext cx="838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hivo Mono Medium"/>
                <a:ea typeface="Chivo Mono Medium"/>
                <a:cs typeface="Chivo Mono Medium"/>
                <a:sym typeface="Chivo Mono Medium"/>
              </a:rPr>
              <a:t>KUBERNETES COMMUNITY DAYS INDONESIA 2026</a:t>
            </a:r>
            <a:endParaRPr sz="1200">
              <a:solidFill>
                <a:schemeClr val="dk2"/>
              </a:solidFill>
              <a:latin typeface="Chivo Mono Medium"/>
              <a:ea typeface="Chivo Mono Medium"/>
              <a:cs typeface="Chivo Mono Medium"/>
              <a:sym typeface="Chivo Mono Medium"/>
            </a:endParaRPr>
          </a:p>
        </p:txBody>
      </p:sp>
      <p:sp>
        <p:nvSpPr>
          <p:cNvPr id="47" name="Google Shape;47;p8"/>
          <p:cNvSpPr txBox="1"/>
          <p:nvPr>
            <p:ph idx="3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8"/>
          <p:cNvSpPr txBox="1"/>
          <p:nvPr>
            <p:ph type="ctrTitle"/>
          </p:nvPr>
        </p:nvSpPr>
        <p:spPr>
          <a:xfrm>
            <a:off x="374900" y="756425"/>
            <a:ext cx="3802200" cy="36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with 1 Image - 2">
  <p:cSld name="TITLE_1_1_1_1_3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/>
          <p:nvPr>
            <p:ph idx="2" type="pic"/>
          </p:nvPr>
        </p:nvSpPr>
        <p:spPr>
          <a:xfrm>
            <a:off x="374900" y="785975"/>
            <a:ext cx="4261200" cy="3681600"/>
          </a:xfrm>
          <a:prstGeom prst="roundRect">
            <a:avLst>
              <a:gd fmla="val 4395" name="adj"/>
            </a:avLst>
          </a:prstGeom>
          <a:noFill/>
          <a:ln>
            <a:noFill/>
          </a:ln>
        </p:spPr>
      </p:sp>
      <p:pic>
        <p:nvPicPr>
          <p:cNvPr id="51" name="Google Shape;5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0" y="47365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9"/>
          <p:cNvSpPr txBox="1"/>
          <p:nvPr/>
        </p:nvSpPr>
        <p:spPr>
          <a:xfrm>
            <a:off x="210294" y="4663450"/>
            <a:ext cx="838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hivo Mono Medium"/>
                <a:ea typeface="Chivo Mono Medium"/>
                <a:cs typeface="Chivo Mono Medium"/>
                <a:sym typeface="Chivo Mono Medium"/>
              </a:rPr>
              <a:t>KUBERNETES COMMUNITY DAYS INDONESIA 2026</a:t>
            </a:r>
            <a:endParaRPr sz="1200">
              <a:solidFill>
                <a:schemeClr val="dk2"/>
              </a:solidFill>
              <a:latin typeface="Chivo Mono Medium"/>
              <a:ea typeface="Chivo Mono Medium"/>
              <a:cs typeface="Chivo Mono Medium"/>
              <a:sym typeface="Chivo Mono Medium"/>
            </a:endParaRPr>
          </a:p>
        </p:txBody>
      </p:sp>
      <p:sp>
        <p:nvSpPr>
          <p:cNvPr id="54" name="Google Shape;54;p9"/>
          <p:cNvSpPr txBox="1"/>
          <p:nvPr>
            <p:ph idx="3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>
            <p:ph type="ctrTitle"/>
          </p:nvPr>
        </p:nvSpPr>
        <p:spPr>
          <a:xfrm>
            <a:off x="4866400" y="756425"/>
            <a:ext cx="3802200" cy="36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with 1 Image - 1">
  <p:cSld name="TITLE_1_1_1_1_3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/>
          <p:nvPr>
            <p:ph idx="2" type="pic"/>
          </p:nvPr>
        </p:nvSpPr>
        <p:spPr>
          <a:xfrm>
            <a:off x="425250" y="931775"/>
            <a:ext cx="8293500" cy="3731700"/>
          </a:xfrm>
          <a:prstGeom prst="roundRect">
            <a:avLst>
              <a:gd fmla="val 4395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with 1 Image - 2">
  <p:cSld name="TITLE_1_1_1_1_3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/>
          <p:nvPr>
            <p:ph idx="2" type="pic"/>
          </p:nvPr>
        </p:nvSpPr>
        <p:spPr>
          <a:xfrm>
            <a:off x="0" y="931775"/>
            <a:ext cx="9144000" cy="42117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with 3 Image - 1">
  <p:cSld name="TITLE_1_1_1_1_3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0" y="47365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2"/>
          <p:cNvSpPr txBox="1"/>
          <p:nvPr/>
        </p:nvSpPr>
        <p:spPr>
          <a:xfrm>
            <a:off x="210294" y="4663450"/>
            <a:ext cx="838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hivo Mono Medium"/>
                <a:ea typeface="Chivo Mono Medium"/>
                <a:cs typeface="Chivo Mono Medium"/>
                <a:sym typeface="Chivo Mono Medium"/>
              </a:rPr>
              <a:t>KUBERNETES COMMUNITY DAYS INDONESIA 2026</a:t>
            </a:r>
            <a:endParaRPr sz="1200">
              <a:solidFill>
                <a:schemeClr val="dk2"/>
              </a:solidFill>
              <a:latin typeface="Chivo Mono Medium"/>
              <a:ea typeface="Chivo Mono Medium"/>
              <a:cs typeface="Chivo Mono Medium"/>
              <a:sym typeface="Chivo Mono Medium"/>
            </a:endParaRPr>
          </a:p>
        </p:txBody>
      </p:sp>
      <p:sp>
        <p:nvSpPr>
          <p:cNvPr id="64" name="Google Shape;64;p12"/>
          <p:cNvSpPr/>
          <p:nvPr>
            <p:ph idx="2" type="pic"/>
          </p:nvPr>
        </p:nvSpPr>
        <p:spPr>
          <a:xfrm>
            <a:off x="4407408" y="785963"/>
            <a:ext cx="2075700" cy="1837800"/>
          </a:xfrm>
          <a:prstGeom prst="roundRect">
            <a:avLst>
              <a:gd fmla="val 4395" name="adj"/>
            </a:avLst>
          </a:prstGeom>
          <a:noFill/>
          <a:ln>
            <a:noFill/>
          </a:ln>
        </p:spPr>
      </p:sp>
      <p:sp>
        <p:nvSpPr>
          <p:cNvPr id="65" name="Google Shape;65;p12"/>
          <p:cNvSpPr/>
          <p:nvPr>
            <p:ph idx="3" type="pic"/>
          </p:nvPr>
        </p:nvSpPr>
        <p:spPr>
          <a:xfrm>
            <a:off x="6592824" y="785963"/>
            <a:ext cx="2075700" cy="1837800"/>
          </a:xfrm>
          <a:prstGeom prst="roundRect">
            <a:avLst>
              <a:gd fmla="val 4395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/>
          <p:nvPr>
            <p:ph idx="4" type="pic"/>
          </p:nvPr>
        </p:nvSpPr>
        <p:spPr>
          <a:xfrm>
            <a:off x="4407408" y="2733635"/>
            <a:ext cx="4261200" cy="1837800"/>
          </a:xfrm>
          <a:prstGeom prst="roundRect">
            <a:avLst>
              <a:gd fmla="val 4395" name="adj"/>
            </a:avLst>
          </a:prstGeom>
          <a:noFill/>
          <a:ln>
            <a:noFill/>
          </a:ln>
        </p:spPr>
      </p:sp>
      <p:sp>
        <p:nvSpPr>
          <p:cNvPr id="67" name="Google Shape;67;p12"/>
          <p:cNvSpPr txBox="1"/>
          <p:nvPr>
            <p:ph idx="5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>
            <p:ph type="ctrTitle"/>
          </p:nvPr>
        </p:nvSpPr>
        <p:spPr>
          <a:xfrm>
            <a:off x="374900" y="756425"/>
            <a:ext cx="3889200" cy="22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with 3 Image - 2">
  <p:cSld name="TITLE_1_1_1_1_3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0" y="47365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3"/>
          <p:cNvSpPr txBox="1"/>
          <p:nvPr/>
        </p:nvSpPr>
        <p:spPr>
          <a:xfrm>
            <a:off x="210294" y="4663450"/>
            <a:ext cx="838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hivo Mono Medium"/>
                <a:ea typeface="Chivo Mono Medium"/>
                <a:cs typeface="Chivo Mono Medium"/>
                <a:sym typeface="Chivo Mono Medium"/>
              </a:rPr>
              <a:t>KUBERNETES COMMUNITY DAYS INDONESIA 2026</a:t>
            </a:r>
            <a:endParaRPr sz="1200">
              <a:solidFill>
                <a:schemeClr val="dk2"/>
              </a:solidFill>
              <a:latin typeface="Chivo Mono Medium"/>
              <a:ea typeface="Chivo Mono Medium"/>
              <a:cs typeface="Chivo Mono Medium"/>
              <a:sym typeface="Chivo Mono Medium"/>
            </a:endParaRPr>
          </a:p>
        </p:txBody>
      </p:sp>
      <p:sp>
        <p:nvSpPr>
          <p:cNvPr id="73" name="Google Shape;73;p13"/>
          <p:cNvSpPr/>
          <p:nvPr>
            <p:ph idx="2" type="pic"/>
          </p:nvPr>
        </p:nvSpPr>
        <p:spPr>
          <a:xfrm>
            <a:off x="469124" y="2165002"/>
            <a:ext cx="2415900" cy="2139000"/>
          </a:xfrm>
          <a:prstGeom prst="roundRect">
            <a:avLst>
              <a:gd fmla="val 4395" name="adj"/>
            </a:avLst>
          </a:prstGeom>
          <a:noFill/>
          <a:ln>
            <a:noFill/>
          </a:ln>
        </p:spPr>
      </p:sp>
      <p:sp>
        <p:nvSpPr>
          <p:cNvPr id="74" name="Google Shape;74;p13"/>
          <p:cNvSpPr txBox="1"/>
          <p:nvPr>
            <p:ph idx="3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3"/>
          <p:cNvSpPr txBox="1"/>
          <p:nvPr>
            <p:ph type="ctrTitle"/>
          </p:nvPr>
        </p:nvSpPr>
        <p:spPr>
          <a:xfrm>
            <a:off x="469125" y="908825"/>
            <a:ext cx="2415900" cy="8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6" name="Google Shape;76;p13"/>
          <p:cNvSpPr txBox="1"/>
          <p:nvPr>
            <p:ph idx="1" type="subTitle"/>
          </p:nvPr>
        </p:nvSpPr>
        <p:spPr>
          <a:xfrm>
            <a:off x="469125" y="1784396"/>
            <a:ext cx="24159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3"/>
          <p:cNvSpPr/>
          <p:nvPr>
            <p:ph idx="4" type="pic"/>
          </p:nvPr>
        </p:nvSpPr>
        <p:spPr>
          <a:xfrm>
            <a:off x="3194849" y="2165002"/>
            <a:ext cx="2415900" cy="2139000"/>
          </a:xfrm>
          <a:prstGeom prst="roundRect">
            <a:avLst>
              <a:gd fmla="val 4395" name="adj"/>
            </a:avLst>
          </a:prstGeom>
          <a:noFill/>
          <a:ln>
            <a:noFill/>
          </a:ln>
        </p:spPr>
      </p:sp>
      <p:sp>
        <p:nvSpPr>
          <p:cNvPr id="78" name="Google Shape;78;p13"/>
          <p:cNvSpPr txBox="1"/>
          <p:nvPr>
            <p:ph idx="5" type="ctrTitle"/>
          </p:nvPr>
        </p:nvSpPr>
        <p:spPr>
          <a:xfrm>
            <a:off x="3194850" y="908825"/>
            <a:ext cx="2415900" cy="8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9" name="Google Shape;79;p13"/>
          <p:cNvSpPr txBox="1"/>
          <p:nvPr>
            <p:ph idx="6" type="subTitle"/>
          </p:nvPr>
        </p:nvSpPr>
        <p:spPr>
          <a:xfrm>
            <a:off x="3194850" y="1784396"/>
            <a:ext cx="24159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p13"/>
          <p:cNvSpPr/>
          <p:nvPr>
            <p:ph idx="7" type="pic"/>
          </p:nvPr>
        </p:nvSpPr>
        <p:spPr>
          <a:xfrm>
            <a:off x="5920574" y="2165002"/>
            <a:ext cx="2415900" cy="2139000"/>
          </a:xfrm>
          <a:prstGeom prst="roundRect">
            <a:avLst>
              <a:gd fmla="val 4395" name="adj"/>
            </a:avLst>
          </a:prstGeom>
          <a:noFill/>
          <a:ln>
            <a:noFill/>
          </a:ln>
        </p:spPr>
      </p:sp>
      <p:sp>
        <p:nvSpPr>
          <p:cNvPr id="81" name="Google Shape;81;p13"/>
          <p:cNvSpPr txBox="1"/>
          <p:nvPr>
            <p:ph idx="8" type="ctrTitle"/>
          </p:nvPr>
        </p:nvSpPr>
        <p:spPr>
          <a:xfrm>
            <a:off x="5920575" y="908825"/>
            <a:ext cx="2415900" cy="8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2" name="Google Shape;82;p13"/>
          <p:cNvSpPr txBox="1"/>
          <p:nvPr>
            <p:ph idx="9" type="subTitle"/>
          </p:nvPr>
        </p:nvSpPr>
        <p:spPr>
          <a:xfrm>
            <a:off x="5920575" y="1784396"/>
            <a:ext cx="24159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with Content - 1">
  <p:cSld name="TITLE_1_1_1_1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0" y="47365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4"/>
          <p:cNvSpPr txBox="1"/>
          <p:nvPr/>
        </p:nvSpPr>
        <p:spPr>
          <a:xfrm>
            <a:off x="210294" y="4663450"/>
            <a:ext cx="838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hivo Mono Medium"/>
                <a:ea typeface="Chivo Mono Medium"/>
                <a:cs typeface="Chivo Mono Medium"/>
                <a:sym typeface="Chivo Mono Medium"/>
              </a:rPr>
              <a:t>KUBERNETES COMMUNITY DAYS INDONESIA 2026</a:t>
            </a:r>
            <a:endParaRPr sz="1200">
              <a:solidFill>
                <a:schemeClr val="dk2"/>
              </a:solidFill>
              <a:latin typeface="Chivo Mono Medium"/>
              <a:ea typeface="Chivo Mono Medium"/>
              <a:cs typeface="Chivo Mono Medium"/>
              <a:sym typeface="Chivo Mono Medium"/>
            </a:endParaRPr>
          </a:p>
        </p:txBody>
      </p:sp>
      <p:sp>
        <p:nvSpPr>
          <p:cNvPr id="87" name="Google Shape;87;p14"/>
          <p:cNvSpPr txBox="1"/>
          <p:nvPr>
            <p:ph idx="2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14"/>
          <p:cNvSpPr txBox="1"/>
          <p:nvPr>
            <p:ph type="ctrTitle"/>
          </p:nvPr>
        </p:nvSpPr>
        <p:spPr>
          <a:xfrm>
            <a:off x="374900" y="710025"/>
            <a:ext cx="3614700" cy="3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9" name="Google Shape;89;p14"/>
          <p:cNvSpPr txBox="1"/>
          <p:nvPr>
            <p:ph idx="1" type="body"/>
          </p:nvPr>
        </p:nvSpPr>
        <p:spPr>
          <a:xfrm>
            <a:off x="4672575" y="710025"/>
            <a:ext cx="3986700" cy="3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with Content - 2">
  <p:cSld name="TITLE_1_1_1_1_3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0" y="47365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210294" y="4663450"/>
            <a:ext cx="838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hivo Mono Medium"/>
                <a:ea typeface="Chivo Mono Medium"/>
                <a:cs typeface="Chivo Mono Medium"/>
                <a:sym typeface="Chivo Mono Medium"/>
              </a:rPr>
              <a:t>KUBERNETES COMMUNITY DAYS INDONESIA 2026</a:t>
            </a:r>
            <a:endParaRPr sz="1200">
              <a:solidFill>
                <a:schemeClr val="dk2"/>
              </a:solidFill>
              <a:latin typeface="Chivo Mono Medium"/>
              <a:ea typeface="Chivo Mono Medium"/>
              <a:cs typeface="Chivo Mono Medium"/>
              <a:sym typeface="Chivo Mono Medium"/>
            </a:endParaRPr>
          </a:p>
        </p:txBody>
      </p:sp>
      <p:sp>
        <p:nvSpPr>
          <p:cNvPr id="94" name="Google Shape;94;p15"/>
          <p:cNvSpPr txBox="1"/>
          <p:nvPr>
            <p:ph idx="2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5"/>
          <p:cNvSpPr txBox="1"/>
          <p:nvPr>
            <p:ph idx="1" type="body"/>
          </p:nvPr>
        </p:nvSpPr>
        <p:spPr>
          <a:xfrm>
            <a:off x="374899" y="710028"/>
            <a:ext cx="3795300" cy="3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96" name="Google Shape;96;p15"/>
          <p:cNvSpPr txBox="1"/>
          <p:nvPr>
            <p:ph type="ctrTitle"/>
          </p:nvPr>
        </p:nvSpPr>
        <p:spPr>
          <a:xfrm>
            <a:off x="4759425" y="710025"/>
            <a:ext cx="3755400" cy="3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with Content and Image - 1">
  <p:cSld name="TITLE_1_1_1_1_3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0" y="47365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210294" y="4663450"/>
            <a:ext cx="838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hivo Mono Medium"/>
                <a:ea typeface="Chivo Mono Medium"/>
                <a:cs typeface="Chivo Mono Medium"/>
                <a:sym typeface="Chivo Mono Medium"/>
              </a:rPr>
              <a:t>KUBERNETES COMMUNITY DAYS INDONESIA 2026</a:t>
            </a:r>
            <a:endParaRPr sz="1200">
              <a:solidFill>
                <a:schemeClr val="dk2"/>
              </a:solidFill>
              <a:latin typeface="Chivo Mono Medium"/>
              <a:ea typeface="Chivo Mono Medium"/>
              <a:cs typeface="Chivo Mono Medium"/>
              <a:sym typeface="Chivo Mono Medium"/>
            </a:endParaRPr>
          </a:p>
        </p:txBody>
      </p:sp>
      <p:sp>
        <p:nvSpPr>
          <p:cNvPr id="101" name="Google Shape;101;p16"/>
          <p:cNvSpPr txBox="1"/>
          <p:nvPr>
            <p:ph idx="2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6"/>
          <p:cNvSpPr txBox="1"/>
          <p:nvPr>
            <p:ph type="ctrTitle"/>
          </p:nvPr>
        </p:nvSpPr>
        <p:spPr>
          <a:xfrm>
            <a:off x="3989600" y="709950"/>
            <a:ext cx="4605600" cy="10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3989600" y="1887700"/>
            <a:ext cx="4669800" cy="24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104" name="Google Shape;104;p16"/>
          <p:cNvSpPr/>
          <p:nvPr>
            <p:ph idx="3" type="pic"/>
          </p:nvPr>
        </p:nvSpPr>
        <p:spPr>
          <a:xfrm>
            <a:off x="475500" y="897000"/>
            <a:ext cx="3186000" cy="3407400"/>
          </a:xfrm>
          <a:prstGeom prst="roundRect">
            <a:avLst>
              <a:gd fmla="val 4395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with Content and Image - 2">
  <p:cSld name="TITLE_1_1_1_1_3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0" y="47365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210294" y="4663450"/>
            <a:ext cx="838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hivo Mono Medium"/>
                <a:ea typeface="Chivo Mono Medium"/>
                <a:cs typeface="Chivo Mono Medium"/>
                <a:sym typeface="Chivo Mono Medium"/>
              </a:rPr>
              <a:t>KUBERNETES COMMUNITY DAYS INDONESIA 2026</a:t>
            </a:r>
            <a:endParaRPr sz="1200">
              <a:solidFill>
                <a:schemeClr val="dk2"/>
              </a:solidFill>
              <a:latin typeface="Chivo Mono Medium"/>
              <a:ea typeface="Chivo Mono Medium"/>
              <a:cs typeface="Chivo Mono Medium"/>
              <a:sym typeface="Chivo Mono Medium"/>
            </a:endParaRPr>
          </a:p>
        </p:txBody>
      </p:sp>
      <p:sp>
        <p:nvSpPr>
          <p:cNvPr id="109" name="Google Shape;109;p17"/>
          <p:cNvSpPr txBox="1"/>
          <p:nvPr>
            <p:ph idx="2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7"/>
          <p:cNvSpPr txBox="1"/>
          <p:nvPr>
            <p:ph type="ctrTitle"/>
          </p:nvPr>
        </p:nvSpPr>
        <p:spPr>
          <a:xfrm>
            <a:off x="475500" y="709950"/>
            <a:ext cx="4605600" cy="10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475500" y="1887700"/>
            <a:ext cx="4669800" cy="24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112" name="Google Shape;112;p17"/>
          <p:cNvSpPr/>
          <p:nvPr>
            <p:ph idx="3" type="pic"/>
          </p:nvPr>
        </p:nvSpPr>
        <p:spPr>
          <a:xfrm>
            <a:off x="5473400" y="897000"/>
            <a:ext cx="3186000" cy="3407400"/>
          </a:xfrm>
          <a:prstGeom prst="roundRect">
            <a:avLst>
              <a:gd fmla="val 4395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Quote">
  <p:cSld name="TITLE_1_1_1_1_3_1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0" y="47365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18"/>
          <p:cNvSpPr txBox="1"/>
          <p:nvPr>
            <p:ph idx="2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18"/>
          <p:cNvSpPr txBox="1"/>
          <p:nvPr>
            <p:ph type="ctrTitle"/>
          </p:nvPr>
        </p:nvSpPr>
        <p:spPr>
          <a:xfrm>
            <a:off x="1249825" y="1312400"/>
            <a:ext cx="6006900" cy="24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hank You">
  <p:cSld name="TITLE_1_1_1_1_3_1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0" y="47365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lt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9"/>
          <p:cNvSpPr txBox="1"/>
          <p:nvPr>
            <p:ph idx="2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2pPr>
            <a:lvl3pPr lvl="2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3pPr>
            <a:lvl4pPr lvl="3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4pPr>
            <a:lvl5pPr lvl="4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5pPr>
            <a:lvl6pPr lvl="5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6pPr>
            <a:lvl7pPr lvl="6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7pPr>
            <a:lvl8pPr lvl="7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8pPr>
            <a:lvl9pPr lvl="8" algn="ctr">
              <a:buNone/>
              <a:defRPr sz="12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9"/>
          <p:cNvSpPr txBox="1"/>
          <p:nvPr/>
        </p:nvSpPr>
        <p:spPr>
          <a:xfrm>
            <a:off x="2483400" y="1392325"/>
            <a:ext cx="41772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Chivo Mono"/>
                <a:ea typeface="Chivo Mono"/>
                <a:cs typeface="Chivo Mono"/>
                <a:sym typeface="Chivo Mono"/>
              </a:rPr>
              <a:t>THANK YOU</a:t>
            </a:r>
            <a:endParaRPr b="1" sz="4800">
              <a:solidFill>
                <a:schemeClr val="lt1"/>
              </a:solidFill>
              <a:latin typeface="Chivo Mono"/>
              <a:ea typeface="Chivo Mono"/>
              <a:cs typeface="Chivo Mono"/>
              <a:sym typeface="Chivo Mon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00">
          <p15:clr>
            <a:srgbClr val="E46962"/>
          </p15:clr>
        </p15:guide>
        <p15:guide id="2" pos="5460">
          <p15:clr>
            <a:srgbClr val="E46962"/>
          </p15:clr>
        </p15:guide>
        <p15:guide id="3" orient="horz" pos="300">
          <p15:clr>
            <a:srgbClr val="E46962"/>
          </p15:clr>
        </p15:guide>
        <p15:guide id="4" orient="horz" pos="2938">
          <p15:clr>
            <a:srgbClr val="E46962"/>
          </p15:clr>
        </p15:guide>
        <p15:guide id="5" pos="69">
          <p15:clr>
            <a:srgbClr val="E46962"/>
          </p15:clr>
        </p15:guide>
        <p15:guide id="6" pos="5691">
          <p15:clr>
            <a:srgbClr val="E46962"/>
          </p15:clr>
        </p15:guide>
        <p15:guide id="7" orient="horz" pos="3168">
          <p15:clr>
            <a:srgbClr val="E46962"/>
          </p15:clr>
        </p15:guide>
        <p15:guide id="8" orient="horz" pos="69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ivo Mono SemiBold"/>
              <a:buNone/>
              <a:defRPr sz="2800">
                <a:solidFill>
                  <a:schemeClr val="dk1"/>
                </a:solidFill>
                <a:latin typeface="Chivo Mono SemiBold"/>
                <a:ea typeface="Chivo Mono SemiBold"/>
                <a:cs typeface="Chivo Mono SemiBold"/>
                <a:sym typeface="Chivo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0"/>
          <p:cNvSpPr txBox="1"/>
          <p:nvPr>
            <p:ph type="ctrTitle"/>
          </p:nvPr>
        </p:nvSpPr>
        <p:spPr>
          <a:xfrm>
            <a:off x="374900" y="756425"/>
            <a:ext cx="61785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 txBox="1"/>
          <p:nvPr>
            <p:ph idx="1" type="subTitle"/>
          </p:nvPr>
        </p:nvSpPr>
        <p:spPr>
          <a:xfrm>
            <a:off x="1974725" y="3286750"/>
            <a:ext cx="24132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/>
          <p:nvPr>
            <p:ph idx="2" type="pic"/>
          </p:nvPr>
        </p:nvSpPr>
        <p:spPr>
          <a:xfrm>
            <a:off x="374900" y="3159575"/>
            <a:ext cx="1367400" cy="1367400"/>
          </a:xfrm>
          <a:prstGeom prst="roundRect">
            <a:avLst>
              <a:gd fmla="val 16667" name="adj"/>
            </a:avLst>
          </a:prstGeom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ctrTitle"/>
          </p:nvPr>
        </p:nvSpPr>
        <p:spPr>
          <a:xfrm>
            <a:off x="374900" y="756425"/>
            <a:ext cx="61785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 txBox="1"/>
          <p:nvPr>
            <p:ph idx="1" type="subTitle"/>
          </p:nvPr>
        </p:nvSpPr>
        <p:spPr>
          <a:xfrm>
            <a:off x="1974725" y="3286750"/>
            <a:ext cx="24132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1"/>
          <p:cNvSpPr/>
          <p:nvPr>
            <p:ph idx="2" type="pic"/>
          </p:nvPr>
        </p:nvSpPr>
        <p:spPr>
          <a:xfrm>
            <a:off x="374900" y="3159575"/>
            <a:ext cx="1367400" cy="1367400"/>
          </a:xfrm>
          <a:prstGeom prst="roundRect">
            <a:avLst>
              <a:gd fmla="val 16667" name="adj"/>
            </a:avLst>
          </a:prstGeom>
        </p:spPr>
      </p:sp>
      <p:sp>
        <p:nvSpPr>
          <p:cNvPr id="139" name="Google Shape;139;p21"/>
          <p:cNvSpPr txBox="1"/>
          <p:nvPr>
            <p:ph idx="3" type="subTitle"/>
          </p:nvPr>
        </p:nvSpPr>
        <p:spPr>
          <a:xfrm>
            <a:off x="5995325" y="3286750"/>
            <a:ext cx="24132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1"/>
          <p:cNvSpPr/>
          <p:nvPr>
            <p:ph idx="4" type="pic"/>
          </p:nvPr>
        </p:nvSpPr>
        <p:spPr>
          <a:xfrm>
            <a:off x="4395500" y="3159575"/>
            <a:ext cx="1367400" cy="1367400"/>
          </a:xfrm>
          <a:prstGeom prst="roundRect">
            <a:avLst>
              <a:gd fmla="val 16667" name="adj"/>
            </a:avLst>
          </a:prstGeom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ctrTitle"/>
          </p:nvPr>
        </p:nvSpPr>
        <p:spPr>
          <a:xfrm>
            <a:off x="374900" y="756425"/>
            <a:ext cx="61785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 txBox="1"/>
          <p:nvPr>
            <p:ph idx="1" type="subTitle"/>
          </p:nvPr>
        </p:nvSpPr>
        <p:spPr>
          <a:xfrm>
            <a:off x="1974725" y="3286750"/>
            <a:ext cx="24132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2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2"/>
          <p:cNvSpPr/>
          <p:nvPr>
            <p:ph idx="2" type="pic"/>
          </p:nvPr>
        </p:nvSpPr>
        <p:spPr>
          <a:xfrm>
            <a:off x="374900" y="3159575"/>
            <a:ext cx="1367400" cy="1367400"/>
          </a:xfrm>
          <a:prstGeom prst="roundRect">
            <a:avLst>
              <a:gd fmla="val 16667" name="adj"/>
            </a:avLst>
          </a:prstGeom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23"/>
          <p:cNvSpPr txBox="1"/>
          <p:nvPr>
            <p:ph type="ctrTitle"/>
          </p:nvPr>
        </p:nvSpPr>
        <p:spPr>
          <a:xfrm>
            <a:off x="374900" y="756425"/>
            <a:ext cx="61785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3"/>
          <p:cNvSpPr txBox="1"/>
          <p:nvPr>
            <p:ph idx="1" type="subTitle"/>
          </p:nvPr>
        </p:nvSpPr>
        <p:spPr>
          <a:xfrm>
            <a:off x="1974725" y="3134350"/>
            <a:ext cx="2413200" cy="7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3"/>
          <p:cNvSpPr/>
          <p:nvPr>
            <p:ph idx="2" type="pic"/>
          </p:nvPr>
        </p:nvSpPr>
        <p:spPr>
          <a:xfrm>
            <a:off x="374900" y="3007175"/>
            <a:ext cx="1367400" cy="1367400"/>
          </a:xfrm>
          <a:prstGeom prst="roundRect">
            <a:avLst>
              <a:gd fmla="val 16667" name="adj"/>
            </a:avLst>
          </a:prstGeom>
        </p:spPr>
      </p:sp>
      <p:sp>
        <p:nvSpPr>
          <p:cNvPr id="157" name="Google Shape;157;p23"/>
          <p:cNvSpPr txBox="1"/>
          <p:nvPr>
            <p:ph idx="3" type="subTitle"/>
          </p:nvPr>
        </p:nvSpPr>
        <p:spPr>
          <a:xfrm>
            <a:off x="5995325" y="3134350"/>
            <a:ext cx="2413200" cy="7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3"/>
          <p:cNvSpPr/>
          <p:nvPr>
            <p:ph idx="4" type="pic"/>
          </p:nvPr>
        </p:nvSpPr>
        <p:spPr>
          <a:xfrm>
            <a:off x="4395500" y="3007175"/>
            <a:ext cx="1367400" cy="1367400"/>
          </a:xfrm>
          <a:prstGeom prst="roundRect">
            <a:avLst>
              <a:gd fmla="val 16667" name="adj"/>
            </a:avLst>
          </a:prstGeom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ctrTitle"/>
          </p:nvPr>
        </p:nvSpPr>
        <p:spPr>
          <a:xfrm>
            <a:off x="374900" y="892100"/>
            <a:ext cx="60069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4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24"/>
          <p:cNvSpPr txBox="1"/>
          <p:nvPr>
            <p:ph idx="1" type="subTitle"/>
          </p:nvPr>
        </p:nvSpPr>
        <p:spPr>
          <a:xfrm>
            <a:off x="374900" y="3388250"/>
            <a:ext cx="60069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25"/>
          <p:cNvSpPr txBox="1"/>
          <p:nvPr>
            <p:ph type="ctrTitle"/>
          </p:nvPr>
        </p:nvSpPr>
        <p:spPr>
          <a:xfrm>
            <a:off x="374900" y="892100"/>
            <a:ext cx="60069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5"/>
          <p:cNvSpPr txBox="1"/>
          <p:nvPr>
            <p:ph idx="1" type="subTitle"/>
          </p:nvPr>
        </p:nvSpPr>
        <p:spPr>
          <a:xfrm>
            <a:off x="374900" y="3388250"/>
            <a:ext cx="60069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/>
          <p:nvPr>
            <p:ph idx="2" type="pic"/>
          </p:nvPr>
        </p:nvSpPr>
        <p:spPr>
          <a:xfrm>
            <a:off x="4407400" y="785975"/>
            <a:ext cx="4261200" cy="3681600"/>
          </a:xfrm>
          <a:prstGeom prst="roundRect">
            <a:avLst>
              <a:gd fmla="val 16667" name="adj"/>
            </a:avLst>
          </a:prstGeom>
        </p:spPr>
      </p:sp>
      <p:sp>
        <p:nvSpPr>
          <p:cNvPr id="178" name="Google Shape;178;p26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9" name="Google Shape;179;p26"/>
          <p:cNvSpPr txBox="1"/>
          <p:nvPr>
            <p:ph idx="3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6"/>
          <p:cNvSpPr txBox="1"/>
          <p:nvPr>
            <p:ph type="ctrTitle"/>
          </p:nvPr>
        </p:nvSpPr>
        <p:spPr>
          <a:xfrm>
            <a:off x="374900" y="756425"/>
            <a:ext cx="38022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/>
          <p:nvPr>
            <p:ph idx="2" type="pic"/>
          </p:nvPr>
        </p:nvSpPr>
        <p:spPr>
          <a:xfrm>
            <a:off x="374900" y="785975"/>
            <a:ext cx="4261200" cy="3681600"/>
          </a:xfrm>
          <a:prstGeom prst="roundRect">
            <a:avLst>
              <a:gd fmla="val 16667" name="adj"/>
            </a:avLst>
          </a:prstGeom>
        </p:spPr>
      </p:sp>
      <p:sp>
        <p:nvSpPr>
          <p:cNvPr id="186" name="Google Shape;186;p27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27"/>
          <p:cNvSpPr txBox="1"/>
          <p:nvPr>
            <p:ph idx="3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27"/>
          <p:cNvSpPr txBox="1"/>
          <p:nvPr>
            <p:ph type="ctrTitle"/>
          </p:nvPr>
        </p:nvSpPr>
        <p:spPr>
          <a:xfrm>
            <a:off x="4866400" y="756425"/>
            <a:ext cx="38022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28"/>
          <p:cNvSpPr/>
          <p:nvPr>
            <p:ph idx="2" type="pic"/>
          </p:nvPr>
        </p:nvSpPr>
        <p:spPr>
          <a:xfrm>
            <a:off x="4407408" y="785963"/>
            <a:ext cx="2075700" cy="1837800"/>
          </a:xfrm>
          <a:prstGeom prst="roundRect">
            <a:avLst>
              <a:gd fmla="val 16667" name="adj"/>
            </a:avLst>
          </a:prstGeom>
        </p:spPr>
      </p:sp>
      <p:sp>
        <p:nvSpPr>
          <p:cNvPr id="195" name="Google Shape;195;p28"/>
          <p:cNvSpPr/>
          <p:nvPr>
            <p:ph idx="3" type="pic"/>
          </p:nvPr>
        </p:nvSpPr>
        <p:spPr>
          <a:xfrm>
            <a:off x="6592824" y="785963"/>
            <a:ext cx="2075700" cy="1837800"/>
          </a:xfrm>
          <a:prstGeom prst="roundRect">
            <a:avLst>
              <a:gd fmla="val 16667" name="adj"/>
            </a:avLst>
          </a:prstGeom>
        </p:spPr>
      </p:sp>
      <p:sp>
        <p:nvSpPr>
          <p:cNvPr id="196" name="Google Shape;196;p28"/>
          <p:cNvSpPr/>
          <p:nvPr>
            <p:ph idx="4" type="pic"/>
          </p:nvPr>
        </p:nvSpPr>
        <p:spPr>
          <a:xfrm>
            <a:off x="4407408" y="2733635"/>
            <a:ext cx="4261200" cy="1837800"/>
          </a:xfrm>
          <a:prstGeom prst="roundRect">
            <a:avLst>
              <a:gd fmla="val 16667" name="adj"/>
            </a:avLst>
          </a:prstGeom>
        </p:spPr>
      </p:sp>
      <p:sp>
        <p:nvSpPr>
          <p:cNvPr id="197" name="Google Shape;197;p28"/>
          <p:cNvSpPr txBox="1"/>
          <p:nvPr>
            <p:ph idx="5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28"/>
          <p:cNvSpPr txBox="1"/>
          <p:nvPr>
            <p:ph type="ctrTitle"/>
          </p:nvPr>
        </p:nvSpPr>
        <p:spPr>
          <a:xfrm>
            <a:off x="374900" y="756425"/>
            <a:ext cx="38892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9"/>
          <p:cNvSpPr/>
          <p:nvPr>
            <p:ph idx="2" type="pic"/>
          </p:nvPr>
        </p:nvSpPr>
        <p:spPr>
          <a:xfrm>
            <a:off x="469124" y="2165002"/>
            <a:ext cx="2415900" cy="2139000"/>
          </a:xfrm>
          <a:prstGeom prst="roundRect">
            <a:avLst>
              <a:gd fmla="val 16667" name="adj"/>
            </a:avLst>
          </a:prstGeom>
        </p:spPr>
      </p:sp>
      <p:sp>
        <p:nvSpPr>
          <p:cNvPr id="205" name="Google Shape;205;p29"/>
          <p:cNvSpPr txBox="1"/>
          <p:nvPr>
            <p:ph idx="3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6" name="Google Shape;206;p29"/>
          <p:cNvSpPr txBox="1"/>
          <p:nvPr>
            <p:ph type="ctrTitle"/>
          </p:nvPr>
        </p:nvSpPr>
        <p:spPr>
          <a:xfrm>
            <a:off x="469125" y="908825"/>
            <a:ext cx="2415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9"/>
          <p:cNvSpPr txBox="1"/>
          <p:nvPr>
            <p:ph idx="1" type="subTitle"/>
          </p:nvPr>
        </p:nvSpPr>
        <p:spPr>
          <a:xfrm>
            <a:off x="469125" y="1784396"/>
            <a:ext cx="24159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9"/>
          <p:cNvSpPr/>
          <p:nvPr>
            <p:ph idx="4" type="pic"/>
          </p:nvPr>
        </p:nvSpPr>
        <p:spPr>
          <a:xfrm>
            <a:off x="3194849" y="2165002"/>
            <a:ext cx="2415900" cy="2139000"/>
          </a:xfrm>
          <a:prstGeom prst="roundRect">
            <a:avLst>
              <a:gd fmla="val 16667" name="adj"/>
            </a:avLst>
          </a:prstGeom>
        </p:spPr>
      </p:sp>
      <p:sp>
        <p:nvSpPr>
          <p:cNvPr id="209" name="Google Shape;209;p29"/>
          <p:cNvSpPr txBox="1"/>
          <p:nvPr>
            <p:ph idx="5" type="ctrTitle"/>
          </p:nvPr>
        </p:nvSpPr>
        <p:spPr>
          <a:xfrm>
            <a:off x="3194850" y="908825"/>
            <a:ext cx="2415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9"/>
          <p:cNvSpPr txBox="1"/>
          <p:nvPr>
            <p:ph idx="6" type="subTitle"/>
          </p:nvPr>
        </p:nvSpPr>
        <p:spPr>
          <a:xfrm>
            <a:off x="3194850" y="1784396"/>
            <a:ext cx="24159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9"/>
          <p:cNvSpPr/>
          <p:nvPr>
            <p:ph idx="7" type="pic"/>
          </p:nvPr>
        </p:nvSpPr>
        <p:spPr>
          <a:xfrm>
            <a:off x="5920574" y="2165002"/>
            <a:ext cx="2415900" cy="2139000"/>
          </a:xfrm>
          <a:prstGeom prst="roundRect">
            <a:avLst>
              <a:gd fmla="val 16667" name="adj"/>
            </a:avLst>
          </a:prstGeom>
        </p:spPr>
      </p:sp>
      <p:sp>
        <p:nvSpPr>
          <p:cNvPr id="212" name="Google Shape;212;p29"/>
          <p:cNvSpPr txBox="1"/>
          <p:nvPr>
            <p:ph idx="8" type="ctrTitle"/>
          </p:nvPr>
        </p:nvSpPr>
        <p:spPr>
          <a:xfrm>
            <a:off x="5920575" y="908825"/>
            <a:ext cx="2415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9"/>
          <p:cNvSpPr txBox="1"/>
          <p:nvPr>
            <p:ph idx="9" type="subTitle"/>
          </p:nvPr>
        </p:nvSpPr>
        <p:spPr>
          <a:xfrm>
            <a:off x="5920575" y="1784396"/>
            <a:ext cx="24159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30"/>
          <p:cNvSpPr txBox="1"/>
          <p:nvPr>
            <p:ph idx="2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" name="Google Shape;220;p30"/>
          <p:cNvSpPr txBox="1"/>
          <p:nvPr>
            <p:ph type="ctrTitle"/>
          </p:nvPr>
        </p:nvSpPr>
        <p:spPr>
          <a:xfrm>
            <a:off x="374900" y="710025"/>
            <a:ext cx="36147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0"/>
          <p:cNvSpPr txBox="1"/>
          <p:nvPr>
            <p:ph idx="1" type="body"/>
          </p:nvPr>
        </p:nvSpPr>
        <p:spPr>
          <a:xfrm>
            <a:off x="4672575" y="710025"/>
            <a:ext cx="39867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31"/>
          <p:cNvSpPr txBox="1"/>
          <p:nvPr>
            <p:ph idx="2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" name="Google Shape;228;p31"/>
          <p:cNvSpPr txBox="1"/>
          <p:nvPr>
            <p:ph idx="1" type="body"/>
          </p:nvPr>
        </p:nvSpPr>
        <p:spPr>
          <a:xfrm>
            <a:off x="374899" y="710028"/>
            <a:ext cx="37953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1"/>
          <p:cNvSpPr txBox="1"/>
          <p:nvPr>
            <p:ph type="ctrTitle"/>
          </p:nvPr>
        </p:nvSpPr>
        <p:spPr>
          <a:xfrm>
            <a:off x="4759425" y="710025"/>
            <a:ext cx="37554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32"/>
          <p:cNvSpPr txBox="1"/>
          <p:nvPr>
            <p:ph idx="2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32"/>
          <p:cNvSpPr txBox="1"/>
          <p:nvPr>
            <p:ph type="ctrTitle"/>
          </p:nvPr>
        </p:nvSpPr>
        <p:spPr>
          <a:xfrm>
            <a:off x="3989600" y="709950"/>
            <a:ext cx="460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2"/>
          <p:cNvSpPr txBox="1"/>
          <p:nvPr>
            <p:ph idx="1" type="body"/>
          </p:nvPr>
        </p:nvSpPr>
        <p:spPr>
          <a:xfrm>
            <a:off x="3989600" y="1887700"/>
            <a:ext cx="46698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2"/>
          <p:cNvSpPr/>
          <p:nvPr>
            <p:ph idx="3" type="pic"/>
          </p:nvPr>
        </p:nvSpPr>
        <p:spPr>
          <a:xfrm>
            <a:off x="475500" y="897000"/>
            <a:ext cx="3186000" cy="3407400"/>
          </a:xfrm>
          <a:prstGeom prst="roundRect">
            <a:avLst>
              <a:gd fmla="val 16667" name="adj"/>
            </a:avLst>
          </a:prstGeom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3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4" name="Google Shape;244;p33"/>
          <p:cNvSpPr txBox="1"/>
          <p:nvPr>
            <p:ph idx="2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33"/>
          <p:cNvSpPr txBox="1"/>
          <p:nvPr>
            <p:ph type="ctrTitle"/>
          </p:nvPr>
        </p:nvSpPr>
        <p:spPr>
          <a:xfrm>
            <a:off x="475500" y="709950"/>
            <a:ext cx="460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3"/>
          <p:cNvSpPr txBox="1"/>
          <p:nvPr>
            <p:ph idx="1" type="body"/>
          </p:nvPr>
        </p:nvSpPr>
        <p:spPr>
          <a:xfrm>
            <a:off x="475500" y="1887700"/>
            <a:ext cx="46698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3"/>
          <p:cNvSpPr/>
          <p:nvPr>
            <p:ph idx="3" type="pic"/>
          </p:nvPr>
        </p:nvSpPr>
        <p:spPr>
          <a:xfrm>
            <a:off x="5473400" y="897000"/>
            <a:ext cx="3186000" cy="3407400"/>
          </a:xfrm>
          <a:prstGeom prst="roundRect">
            <a:avLst>
              <a:gd fmla="val 16667" name="adj"/>
            </a:avLst>
          </a:prstGeom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/>
          <p:nvPr>
            <p:ph idx="2" type="pic"/>
          </p:nvPr>
        </p:nvSpPr>
        <p:spPr>
          <a:xfrm>
            <a:off x="425250" y="931775"/>
            <a:ext cx="8293500" cy="3731700"/>
          </a:xfrm>
          <a:prstGeom prst="roundRect">
            <a:avLst>
              <a:gd fmla="val 16667" name="adj"/>
            </a:avLst>
          </a:prstGeom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"/>
          <p:cNvSpPr/>
          <p:nvPr>
            <p:ph idx="2" type="pic"/>
          </p:nvPr>
        </p:nvSpPr>
        <p:spPr>
          <a:xfrm>
            <a:off x="0" y="931775"/>
            <a:ext cx="9144000" cy="4211700"/>
          </a:xfrm>
          <a:prstGeom prst="roundRect">
            <a:avLst>
              <a:gd fmla="val 16667" name="adj"/>
            </a:avLst>
          </a:prstGeom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6"/>
          <p:cNvSpPr txBox="1"/>
          <p:nvPr>
            <p:ph idx="2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36"/>
          <p:cNvSpPr txBox="1"/>
          <p:nvPr>
            <p:ph type="ctrTitle"/>
          </p:nvPr>
        </p:nvSpPr>
        <p:spPr>
          <a:xfrm>
            <a:off x="1249825" y="1312400"/>
            <a:ext cx="60069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"/>
          <p:cNvSpPr txBox="1"/>
          <p:nvPr>
            <p:ph idx="12" type="sldNum"/>
          </p:nvPr>
        </p:nvSpPr>
        <p:spPr>
          <a:xfrm>
            <a:off x="8720718" y="4698250"/>
            <a:ext cx="3162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7"/>
          <p:cNvSpPr txBox="1"/>
          <p:nvPr>
            <p:ph idx="2" type="sldNum"/>
          </p:nvPr>
        </p:nvSpPr>
        <p:spPr>
          <a:xfrm>
            <a:off x="8673018" y="4698250"/>
            <a:ext cx="4116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KCD Indonesia 2026 - Speaker Template">
  <a:themeElements>
    <a:clrScheme name="Simple Light">
      <a:dk1>
        <a:srgbClr val="05052D"/>
      </a:dk1>
      <a:lt1>
        <a:srgbClr val="FFFFFF"/>
      </a:lt1>
      <a:dk2>
        <a:srgbClr val="595959"/>
      </a:dk2>
      <a:lt2>
        <a:srgbClr val="EEEEEE"/>
      </a:lt2>
      <a:accent1>
        <a:srgbClr val="0A61F4"/>
      </a:accent1>
      <a:accent2>
        <a:srgbClr val="43D4FE"/>
      </a:accent2>
      <a:accent3>
        <a:srgbClr val="1D7CFE"/>
      </a:accent3>
      <a:accent4>
        <a:srgbClr val="A1A7F2"/>
      </a:accent4>
      <a:accent5>
        <a:srgbClr val="F36F44"/>
      </a:accent5>
      <a:accent6>
        <a:srgbClr val="DBDBDB"/>
      </a:accent6>
      <a:hlink>
        <a:srgbClr val="0A61F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